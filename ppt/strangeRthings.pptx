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0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821038-9DE4-4DA9-8AF1-0145C65D29ED}" type="doc">
      <dgm:prSet loTypeId="urn:microsoft.com/office/officeart/2009/layout/ReverseList" loCatId="relationship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12CDD724-BBE5-4DB5-B84F-20107636989B}">
      <dgm:prSet phldrT="[Text]"/>
      <dgm:spPr/>
      <dgm:t>
        <a:bodyPr anchor="ctr"/>
        <a:lstStyle/>
        <a:p>
          <a:r>
            <a:rPr lang="en-GB" b="1" cap="none" spc="0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rPr>
            <a:t>Names</a:t>
          </a:r>
          <a:endParaRPr lang="en-GB" b="1" cap="none" spc="0" dirty="0">
            <a:ln w="12700">
              <a:solidFill>
                <a:schemeClr val="tx2">
                  <a:satMod val="155000"/>
                </a:schemeClr>
              </a:solidFill>
              <a:prstDash val="solid"/>
            </a:ln>
            <a:solidFill>
              <a:schemeClr val="bg2">
                <a:tint val="85000"/>
                <a:satMod val="155000"/>
              </a:schemeClr>
            </a:solidFill>
            <a:effectLst>
              <a:outerShdw blurRad="41275" dist="20320" dir="1800000" algn="tl" rotWithShape="0">
                <a:srgbClr val="000000">
                  <a:alpha val="40000"/>
                </a:srgbClr>
              </a:outerShdw>
            </a:effectLst>
          </a:endParaRPr>
        </a:p>
      </dgm:t>
    </dgm:pt>
    <dgm:pt modelId="{E47D3FB6-9F6A-4658-A343-07E41507D94F}" type="parTrans" cxnId="{6BBAD382-6AC0-49B9-93E3-57A0D7C505CE}">
      <dgm:prSet/>
      <dgm:spPr/>
      <dgm:t>
        <a:bodyPr/>
        <a:lstStyle/>
        <a:p>
          <a:endParaRPr lang="en-GB"/>
        </a:p>
      </dgm:t>
    </dgm:pt>
    <dgm:pt modelId="{268E35A6-477B-4D4C-8A23-8A678DFEE213}" type="sibTrans" cxnId="{6BBAD382-6AC0-49B9-93E3-57A0D7C505CE}">
      <dgm:prSet/>
      <dgm:spPr/>
      <dgm:t>
        <a:bodyPr/>
        <a:lstStyle/>
        <a:p>
          <a:endParaRPr lang="en-GB"/>
        </a:p>
      </dgm:t>
    </dgm:pt>
    <dgm:pt modelId="{1BF42E7A-6DE0-4FAE-856A-F09C5BFF9AF6}">
      <dgm:prSet phldrT="[Text]"/>
      <dgm:spPr/>
      <dgm:t>
        <a:bodyPr anchor="ctr"/>
        <a:lstStyle/>
        <a:p>
          <a:r>
            <a:rPr lang="en-GB" b="1" cap="none" spc="0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rPr>
            <a:t>Values</a:t>
          </a:r>
          <a:endParaRPr lang="en-GB" b="1" cap="none" spc="0" dirty="0">
            <a:ln w="12700">
              <a:solidFill>
                <a:schemeClr val="tx2">
                  <a:satMod val="155000"/>
                </a:schemeClr>
              </a:solidFill>
              <a:prstDash val="solid"/>
            </a:ln>
            <a:solidFill>
              <a:schemeClr val="bg2">
                <a:tint val="85000"/>
                <a:satMod val="155000"/>
              </a:schemeClr>
            </a:solidFill>
            <a:effectLst>
              <a:outerShdw blurRad="41275" dist="20320" dir="1800000" algn="tl" rotWithShape="0">
                <a:srgbClr val="000000">
                  <a:alpha val="40000"/>
                </a:srgbClr>
              </a:outerShdw>
            </a:effectLst>
          </a:endParaRPr>
        </a:p>
      </dgm:t>
    </dgm:pt>
    <dgm:pt modelId="{8F0A3A3D-145C-4FEE-9A0F-1127E7D266A5}" type="parTrans" cxnId="{4C5BDA4F-4D1F-443E-A116-AEFC07F1D2F8}">
      <dgm:prSet/>
      <dgm:spPr/>
      <dgm:t>
        <a:bodyPr/>
        <a:lstStyle/>
        <a:p>
          <a:endParaRPr lang="en-GB"/>
        </a:p>
      </dgm:t>
    </dgm:pt>
    <dgm:pt modelId="{865F210C-936F-4513-91CD-3A2D5F1867DD}" type="sibTrans" cxnId="{4C5BDA4F-4D1F-443E-A116-AEFC07F1D2F8}">
      <dgm:prSet/>
      <dgm:spPr/>
      <dgm:t>
        <a:bodyPr/>
        <a:lstStyle/>
        <a:p>
          <a:endParaRPr lang="en-GB"/>
        </a:p>
      </dgm:t>
    </dgm:pt>
    <dgm:pt modelId="{5E5B9BC9-204C-45E5-AC9A-7E5680907C98}" type="pres">
      <dgm:prSet presAssocID="{ED821038-9DE4-4DA9-8AF1-0145C65D29ED}" presName="Name0" presStyleCnt="0">
        <dgm:presLayoutVars>
          <dgm:chMax val="2"/>
          <dgm:chPref val="2"/>
          <dgm:animLvl val="lvl"/>
        </dgm:presLayoutVars>
      </dgm:prSet>
      <dgm:spPr/>
      <dgm:t>
        <a:bodyPr/>
        <a:lstStyle/>
        <a:p>
          <a:endParaRPr lang="en-GB"/>
        </a:p>
      </dgm:t>
    </dgm:pt>
    <dgm:pt modelId="{00FF02D7-84FE-449F-BB97-1D56BF2F771E}" type="pres">
      <dgm:prSet presAssocID="{ED821038-9DE4-4DA9-8AF1-0145C65D29ED}" presName="LeftText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962ED34-AE77-487D-8845-BAF4E8D462B2}" type="pres">
      <dgm:prSet presAssocID="{ED821038-9DE4-4DA9-8AF1-0145C65D29ED}" presName="LeftNode" presStyleLbl="bgImgPlace1" presStyleIdx="0" presStyleCnt="2">
        <dgm:presLayoutVars>
          <dgm:chMax val="2"/>
          <dgm:chPref val="2"/>
        </dgm:presLayoutVars>
      </dgm:prSet>
      <dgm:spPr/>
      <dgm:t>
        <a:bodyPr/>
        <a:lstStyle/>
        <a:p>
          <a:endParaRPr lang="en-GB"/>
        </a:p>
      </dgm:t>
    </dgm:pt>
    <dgm:pt modelId="{0FCC2157-7DEF-4C00-BDE0-2AD70FF12196}" type="pres">
      <dgm:prSet presAssocID="{ED821038-9DE4-4DA9-8AF1-0145C65D29ED}" presName="RightText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16D0C42-BCDC-40A4-937D-1C853EC98E44}" type="pres">
      <dgm:prSet presAssocID="{ED821038-9DE4-4DA9-8AF1-0145C65D29ED}" presName="RightNode" presStyleLbl="bgImgPlace1" presStyleIdx="1" presStyleCnt="2">
        <dgm:presLayoutVars>
          <dgm:chMax val="0"/>
          <dgm:chPref val="0"/>
        </dgm:presLayoutVars>
      </dgm:prSet>
      <dgm:spPr/>
      <dgm:t>
        <a:bodyPr/>
        <a:lstStyle/>
        <a:p>
          <a:endParaRPr lang="en-GB"/>
        </a:p>
      </dgm:t>
    </dgm:pt>
    <dgm:pt modelId="{AA82EC39-6049-416D-A2EA-5B687BD78369}" type="pres">
      <dgm:prSet presAssocID="{ED821038-9DE4-4DA9-8AF1-0145C65D29ED}" presName="TopArrow" presStyleLbl="node1" presStyleIdx="0" presStyleCnt="2"/>
      <dgm:spPr/>
    </dgm:pt>
    <dgm:pt modelId="{9AFC949E-FC4C-47BD-A547-0F934B6687C7}" type="pres">
      <dgm:prSet presAssocID="{ED821038-9DE4-4DA9-8AF1-0145C65D29ED}" presName="BottomArrow" presStyleLbl="node1" presStyleIdx="1" presStyleCnt="2" custAng="10965948" custLinFactY="-45446" custLinFactNeighborX="-822" custLinFactNeighborY="-100000"/>
      <dgm:spPr/>
    </dgm:pt>
  </dgm:ptLst>
  <dgm:cxnLst>
    <dgm:cxn modelId="{4C5BDA4F-4D1F-443E-A116-AEFC07F1D2F8}" srcId="{ED821038-9DE4-4DA9-8AF1-0145C65D29ED}" destId="{1BF42E7A-6DE0-4FAE-856A-F09C5BFF9AF6}" srcOrd="1" destOrd="0" parTransId="{8F0A3A3D-145C-4FEE-9A0F-1127E7D266A5}" sibTransId="{865F210C-936F-4513-91CD-3A2D5F1867DD}"/>
    <dgm:cxn modelId="{F66CAC01-2532-4CF4-AA81-E0A9A0498F63}" type="presOf" srcId="{12CDD724-BBE5-4DB5-B84F-20107636989B}" destId="{3962ED34-AE77-487D-8845-BAF4E8D462B2}" srcOrd="1" destOrd="0" presId="urn:microsoft.com/office/officeart/2009/layout/ReverseList"/>
    <dgm:cxn modelId="{DE82D208-8994-4EA7-B0A2-FAC5FFFEDE1A}" type="presOf" srcId="{12CDD724-BBE5-4DB5-B84F-20107636989B}" destId="{00FF02D7-84FE-449F-BB97-1D56BF2F771E}" srcOrd="0" destOrd="0" presId="urn:microsoft.com/office/officeart/2009/layout/ReverseList"/>
    <dgm:cxn modelId="{6BBAD382-6AC0-49B9-93E3-57A0D7C505CE}" srcId="{ED821038-9DE4-4DA9-8AF1-0145C65D29ED}" destId="{12CDD724-BBE5-4DB5-B84F-20107636989B}" srcOrd="0" destOrd="0" parTransId="{E47D3FB6-9F6A-4658-A343-07E41507D94F}" sibTransId="{268E35A6-477B-4D4C-8A23-8A678DFEE213}"/>
    <dgm:cxn modelId="{B123C4C5-738F-466C-94B2-810977A9777A}" type="presOf" srcId="{ED821038-9DE4-4DA9-8AF1-0145C65D29ED}" destId="{5E5B9BC9-204C-45E5-AC9A-7E5680907C98}" srcOrd="0" destOrd="0" presId="urn:microsoft.com/office/officeart/2009/layout/ReverseList"/>
    <dgm:cxn modelId="{543C8D0F-14BD-436D-9C28-30420259C3B1}" type="presOf" srcId="{1BF42E7A-6DE0-4FAE-856A-F09C5BFF9AF6}" destId="{0FCC2157-7DEF-4C00-BDE0-2AD70FF12196}" srcOrd="0" destOrd="0" presId="urn:microsoft.com/office/officeart/2009/layout/ReverseList"/>
    <dgm:cxn modelId="{0CC885D1-A853-4228-B921-C9CCF42327AE}" type="presOf" srcId="{1BF42E7A-6DE0-4FAE-856A-F09C5BFF9AF6}" destId="{B16D0C42-BCDC-40A4-937D-1C853EC98E44}" srcOrd="1" destOrd="0" presId="urn:microsoft.com/office/officeart/2009/layout/ReverseList"/>
    <dgm:cxn modelId="{D00EF171-EE6C-4576-A531-B807DD973E12}" type="presParOf" srcId="{5E5B9BC9-204C-45E5-AC9A-7E5680907C98}" destId="{00FF02D7-84FE-449F-BB97-1D56BF2F771E}" srcOrd="0" destOrd="0" presId="urn:microsoft.com/office/officeart/2009/layout/ReverseList"/>
    <dgm:cxn modelId="{A63E0E49-4C22-447C-9033-9CE252041A05}" type="presParOf" srcId="{5E5B9BC9-204C-45E5-AC9A-7E5680907C98}" destId="{3962ED34-AE77-487D-8845-BAF4E8D462B2}" srcOrd="1" destOrd="0" presId="urn:microsoft.com/office/officeart/2009/layout/ReverseList"/>
    <dgm:cxn modelId="{91539BC7-DD7E-4597-8E89-9F3E6275D93E}" type="presParOf" srcId="{5E5B9BC9-204C-45E5-AC9A-7E5680907C98}" destId="{0FCC2157-7DEF-4C00-BDE0-2AD70FF12196}" srcOrd="2" destOrd="0" presId="urn:microsoft.com/office/officeart/2009/layout/ReverseList"/>
    <dgm:cxn modelId="{25682C33-FDE4-42AA-8D98-1B9AB1B4821A}" type="presParOf" srcId="{5E5B9BC9-204C-45E5-AC9A-7E5680907C98}" destId="{B16D0C42-BCDC-40A4-937D-1C853EC98E44}" srcOrd="3" destOrd="0" presId="urn:microsoft.com/office/officeart/2009/layout/ReverseList"/>
    <dgm:cxn modelId="{95B667BE-3DEE-4291-A9C5-EF24F71E8E40}" type="presParOf" srcId="{5E5B9BC9-204C-45E5-AC9A-7E5680907C98}" destId="{AA82EC39-6049-416D-A2EA-5B687BD78369}" srcOrd="4" destOrd="0" presId="urn:microsoft.com/office/officeart/2009/layout/ReverseList"/>
    <dgm:cxn modelId="{4E86825F-5F6C-42F8-94B2-79F25E6D13F6}" type="presParOf" srcId="{5E5B9BC9-204C-45E5-AC9A-7E5680907C98}" destId="{9AFC949E-FC4C-47BD-A547-0F934B6687C7}" srcOrd="5" destOrd="0" presId="urn:microsoft.com/office/officeart/2009/layout/Revers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821038-9DE4-4DA9-8AF1-0145C65D29ED}" type="doc">
      <dgm:prSet loTypeId="urn:microsoft.com/office/officeart/2009/layout/ReverseList" loCatId="relationship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12CDD724-BBE5-4DB5-B84F-20107636989B}">
      <dgm:prSet phldrT="[Text]"/>
      <dgm:spPr/>
      <dgm:t>
        <a:bodyPr anchor="ctr"/>
        <a:lstStyle/>
        <a:p>
          <a:r>
            <a:rPr lang="en-GB" b="1" cap="none" spc="0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rPr>
            <a:t>Names</a:t>
          </a:r>
          <a:endParaRPr lang="en-GB" b="1" cap="none" spc="0" dirty="0">
            <a:ln w="12700">
              <a:solidFill>
                <a:schemeClr val="tx2">
                  <a:satMod val="155000"/>
                </a:schemeClr>
              </a:solidFill>
              <a:prstDash val="solid"/>
            </a:ln>
            <a:solidFill>
              <a:schemeClr val="bg2">
                <a:tint val="85000"/>
                <a:satMod val="155000"/>
              </a:schemeClr>
            </a:solidFill>
            <a:effectLst>
              <a:outerShdw blurRad="41275" dist="20320" dir="1800000" algn="tl" rotWithShape="0">
                <a:srgbClr val="000000">
                  <a:alpha val="40000"/>
                </a:srgbClr>
              </a:outerShdw>
            </a:effectLst>
          </a:endParaRPr>
        </a:p>
      </dgm:t>
    </dgm:pt>
    <dgm:pt modelId="{E47D3FB6-9F6A-4658-A343-07E41507D94F}" type="parTrans" cxnId="{6BBAD382-6AC0-49B9-93E3-57A0D7C505CE}">
      <dgm:prSet/>
      <dgm:spPr/>
      <dgm:t>
        <a:bodyPr/>
        <a:lstStyle/>
        <a:p>
          <a:endParaRPr lang="en-GB"/>
        </a:p>
      </dgm:t>
    </dgm:pt>
    <dgm:pt modelId="{268E35A6-477B-4D4C-8A23-8A678DFEE213}" type="sibTrans" cxnId="{6BBAD382-6AC0-49B9-93E3-57A0D7C505CE}">
      <dgm:prSet/>
      <dgm:spPr/>
      <dgm:t>
        <a:bodyPr/>
        <a:lstStyle/>
        <a:p>
          <a:endParaRPr lang="en-GB"/>
        </a:p>
      </dgm:t>
    </dgm:pt>
    <dgm:pt modelId="{1BF42E7A-6DE0-4FAE-856A-F09C5BFF9AF6}">
      <dgm:prSet phldrT="[Text]"/>
      <dgm:spPr/>
      <dgm:t>
        <a:bodyPr anchor="ctr"/>
        <a:lstStyle/>
        <a:p>
          <a:r>
            <a:rPr lang="en-GB" b="1" cap="none" spc="0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rPr>
            <a:t>Values</a:t>
          </a:r>
          <a:endParaRPr lang="en-GB" b="1" cap="none" spc="0" dirty="0">
            <a:ln w="12700">
              <a:solidFill>
                <a:schemeClr val="tx2">
                  <a:satMod val="155000"/>
                </a:schemeClr>
              </a:solidFill>
              <a:prstDash val="solid"/>
            </a:ln>
            <a:solidFill>
              <a:schemeClr val="bg2">
                <a:tint val="85000"/>
                <a:satMod val="155000"/>
              </a:schemeClr>
            </a:solidFill>
            <a:effectLst>
              <a:outerShdw blurRad="41275" dist="20320" dir="1800000" algn="tl" rotWithShape="0">
                <a:srgbClr val="000000">
                  <a:alpha val="40000"/>
                </a:srgbClr>
              </a:outerShdw>
            </a:effectLst>
          </a:endParaRPr>
        </a:p>
      </dgm:t>
    </dgm:pt>
    <dgm:pt modelId="{8F0A3A3D-145C-4FEE-9A0F-1127E7D266A5}" type="parTrans" cxnId="{4C5BDA4F-4D1F-443E-A116-AEFC07F1D2F8}">
      <dgm:prSet/>
      <dgm:spPr/>
      <dgm:t>
        <a:bodyPr/>
        <a:lstStyle/>
        <a:p>
          <a:endParaRPr lang="en-GB"/>
        </a:p>
      </dgm:t>
    </dgm:pt>
    <dgm:pt modelId="{865F210C-936F-4513-91CD-3A2D5F1867DD}" type="sibTrans" cxnId="{4C5BDA4F-4D1F-443E-A116-AEFC07F1D2F8}">
      <dgm:prSet/>
      <dgm:spPr/>
      <dgm:t>
        <a:bodyPr/>
        <a:lstStyle/>
        <a:p>
          <a:endParaRPr lang="en-GB"/>
        </a:p>
      </dgm:t>
    </dgm:pt>
    <dgm:pt modelId="{5E5B9BC9-204C-45E5-AC9A-7E5680907C98}" type="pres">
      <dgm:prSet presAssocID="{ED821038-9DE4-4DA9-8AF1-0145C65D29ED}" presName="Name0" presStyleCnt="0">
        <dgm:presLayoutVars>
          <dgm:chMax val="2"/>
          <dgm:chPref val="2"/>
          <dgm:animLvl val="lvl"/>
        </dgm:presLayoutVars>
      </dgm:prSet>
      <dgm:spPr/>
      <dgm:t>
        <a:bodyPr/>
        <a:lstStyle/>
        <a:p>
          <a:endParaRPr lang="en-GB"/>
        </a:p>
      </dgm:t>
    </dgm:pt>
    <dgm:pt modelId="{00FF02D7-84FE-449F-BB97-1D56BF2F771E}" type="pres">
      <dgm:prSet presAssocID="{ED821038-9DE4-4DA9-8AF1-0145C65D29ED}" presName="LeftText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962ED34-AE77-487D-8845-BAF4E8D462B2}" type="pres">
      <dgm:prSet presAssocID="{ED821038-9DE4-4DA9-8AF1-0145C65D29ED}" presName="LeftNode" presStyleLbl="bgImgPlace1" presStyleIdx="0" presStyleCnt="2">
        <dgm:presLayoutVars>
          <dgm:chMax val="2"/>
          <dgm:chPref val="2"/>
        </dgm:presLayoutVars>
      </dgm:prSet>
      <dgm:spPr/>
      <dgm:t>
        <a:bodyPr/>
        <a:lstStyle/>
        <a:p>
          <a:endParaRPr lang="en-GB"/>
        </a:p>
      </dgm:t>
    </dgm:pt>
    <dgm:pt modelId="{0FCC2157-7DEF-4C00-BDE0-2AD70FF12196}" type="pres">
      <dgm:prSet presAssocID="{ED821038-9DE4-4DA9-8AF1-0145C65D29ED}" presName="RightText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16D0C42-BCDC-40A4-937D-1C853EC98E44}" type="pres">
      <dgm:prSet presAssocID="{ED821038-9DE4-4DA9-8AF1-0145C65D29ED}" presName="RightNode" presStyleLbl="bgImgPlace1" presStyleIdx="1" presStyleCnt="2">
        <dgm:presLayoutVars>
          <dgm:chMax val="0"/>
          <dgm:chPref val="0"/>
        </dgm:presLayoutVars>
      </dgm:prSet>
      <dgm:spPr/>
      <dgm:t>
        <a:bodyPr/>
        <a:lstStyle/>
        <a:p>
          <a:endParaRPr lang="en-GB"/>
        </a:p>
      </dgm:t>
    </dgm:pt>
    <dgm:pt modelId="{AA82EC39-6049-416D-A2EA-5B687BD78369}" type="pres">
      <dgm:prSet presAssocID="{ED821038-9DE4-4DA9-8AF1-0145C65D29ED}" presName="TopArrow" presStyleLbl="node1" presStyleIdx="0" presStyleCnt="2"/>
      <dgm:spPr/>
    </dgm:pt>
    <dgm:pt modelId="{9AFC949E-FC4C-47BD-A547-0F934B6687C7}" type="pres">
      <dgm:prSet presAssocID="{ED821038-9DE4-4DA9-8AF1-0145C65D29ED}" presName="BottomArrow" presStyleLbl="node1" presStyleIdx="1" presStyleCnt="2" custAng="10965948" custLinFactY="-45446" custLinFactNeighborX="-822" custLinFactNeighborY="-100000"/>
      <dgm:spPr/>
    </dgm:pt>
  </dgm:ptLst>
  <dgm:cxnLst>
    <dgm:cxn modelId="{4C5BDA4F-4D1F-443E-A116-AEFC07F1D2F8}" srcId="{ED821038-9DE4-4DA9-8AF1-0145C65D29ED}" destId="{1BF42E7A-6DE0-4FAE-856A-F09C5BFF9AF6}" srcOrd="1" destOrd="0" parTransId="{8F0A3A3D-145C-4FEE-9A0F-1127E7D266A5}" sibTransId="{865F210C-936F-4513-91CD-3A2D5F1867DD}"/>
    <dgm:cxn modelId="{FC3A7F7E-CFB6-46ED-BC6B-D6B53C8EBE5D}" type="presOf" srcId="{12CDD724-BBE5-4DB5-B84F-20107636989B}" destId="{00FF02D7-84FE-449F-BB97-1D56BF2F771E}" srcOrd="0" destOrd="0" presId="urn:microsoft.com/office/officeart/2009/layout/ReverseList"/>
    <dgm:cxn modelId="{6BBAD382-6AC0-49B9-93E3-57A0D7C505CE}" srcId="{ED821038-9DE4-4DA9-8AF1-0145C65D29ED}" destId="{12CDD724-BBE5-4DB5-B84F-20107636989B}" srcOrd="0" destOrd="0" parTransId="{E47D3FB6-9F6A-4658-A343-07E41507D94F}" sibTransId="{268E35A6-477B-4D4C-8A23-8A678DFEE213}"/>
    <dgm:cxn modelId="{3E49F021-5187-4EC7-8D69-E928BA40CCC9}" type="presOf" srcId="{1BF42E7A-6DE0-4FAE-856A-F09C5BFF9AF6}" destId="{0FCC2157-7DEF-4C00-BDE0-2AD70FF12196}" srcOrd="0" destOrd="0" presId="urn:microsoft.com/office/officeart/2009/layout/ReverseList"/>
    <dgm:cxn modelId="{246FD309-ACE3-4161-A323-4A23DD1C4FF9}" type="presOf" srcId="{1BF42E7A-6DE0-4FAE-856A-F09C5BFF9AF6}" destId="{B16D0C42-BCDC-40A4-937D-1C853EC98E44}" srcOrd="1" destOrd="0" presId="urn:microsoft.com/office/officeart/2009/layout/ReverseList"/>
    <dgm:cxn modelId="{CE81A90B-8721-40BF-AA06-30D0BC603915}" type="presOf" srcId="{12CDD724-BBE5-4DB5-B84F-20107636989B}" destId="{3962ED34-AE77-487D-8845-BAF4E8D462B2}" srcOrd="1" destOrd="0" presId="urn:microsoft.com/office/officeart/2009/layout/ReverseList"/>
    <dgm:cxn modelId="{E90CB191-B234-416E-8A22-B4EBD4162FCC}" type="presOf" srcId="{ED821038-9DE4-4DA9-8AF1-0145C65D29ED}" destId="{5E5B9BC9-204C-45E5-AC9A-7E5680907C98}" srcOrd="0" destOrd="0" presId="urn:microsoft.com/office/officeart/2009/layout/ReverseList"/>
    <dgm:cxn modelId="{727E8ECB-CFBA-4068-BE10-04E383664BD9}" type="presParOf" srcId="{5E5B9BC9-204C-45E5-AC9A-7E5680907C98}" destId="{00FF02D7-84FE-449F-BB97-1D56BF2F771E}" srcOrd="0" destOrd="0" presId="urn:microsoft.com/office/officeart/2009/layout/ReverseList"/>
    <dgm:cxn modelId="{F940213B-1FE3-4DF8-8417-7BE37D127BCD}" type="presParOf" srcId="{5E5B9BC9-204C-45E5-AC9A-7E5680907C98}" destId="{3962ED34-AE77-487D-8845-BAF4E8D462B2}" srcOrd="1" destOrd="0" presId="urn:microsoft.com/office/officeart/2009/layout/ReverseList"/>
    <dgm:cxn modelId="{68B26435-45F9-418F-A66B-BFE1C83F150B}" type="presParOf" srcId="{5E5B9BC9-204C-45E5-AC9A-7E5680907C98}" destId="{0FCC2157-7DEF-4C00-BDE0-2AD70FF12196}" srcOrd="2" destOrd="0" presId="urn:microsoft.com/office/officeart/2009/layout/ReverseList"/>
    <dgm:cxn modelId="{8E3B429E-33A0-402A-BEAE-9DB9B632C1C5}" type="presParOf" srcId="{5E5B9BC9-204C-45E5-AC9A-7E5680907C98}" destId="{B16D0C42-BCDC-40A4-937D-1C853EC98E44}" srcOrd="3" destOrd="0" presId="urn:microsoft.com/office/officeart/2009/layout/ReverseList"/>
    <dgm:cxn modelId="{F0FEC336-33A3-4D2A-BD70-0D6985BB5C3D}" type="presParOf" srcId="{5E5B9BC9-204C-45E5-AC9A-7E5680907C98}" destId="{AA82EC39-6049-416D-A2EA-5B687BD78369}" srcOrd="4" destOrd="0" presId="urn:microsoft.com/office/officeart/2009/layout/ReverseList"/>
    <dgm:cxn modelId="{D81BD979-6FC2-4816-A4AC-3ECE05051358}" type="presParOf" srcId="{5E5B9BC9-204C-45E5-AC9A-7E5680907C98}" destId="{9AFC949E-FC4C-47BD-A547-0F934B6687C7}" srcOrd="5" destOrd="0" presId="urn:microsoft.com/office/officeart/2009/layout/Revers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62ED34-AE77-487D-8845-BAF4E8D462B2}">
      <dsp:nvSpPr>
        <dsp:cNvPr id="0" name=""/>
        <dsp:cNvSpPr/>
      </dsp:nvSpPr>
      <dsp:spPr>
        <a:xfrm rot="16200000">
          <a:off x="907044" y="1233870"/>
          <a:ext cx="2612745" cy="1596664"/>
        </a:xfrm>
        <a:prstGeom prst="round2SameRect">
          <a:avLst>
            <a:gd name="adj1" fmla="val 16670"/>
            <a:gd name="adj2" fmla="val 0"/>
          </a:avLst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215900" rIns="194310" bIns="21590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400" b="1" kern="1200" cap="none" spc="0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rPr>
            <a:t>Names</a:t>
          </a:r>
          <a:endParaRPr lang="en-GB" sz="3400" b="1" kern="1200" cap="none" spc="0" dirty="0">
            <a:ln w="12700">
              <a:solidFill>
                <a:schemeClr val="tx2">
                  <a:satMod val="155000"/>
                </a:schemeClr>
              </a:solidFill>
              <a:prstDash val="solid"/>
            </a:ln>
            <a:solidFill>
              <a:schemeClr val="bg2">
                <a:tint val="85000"/>
                <a:satMod val="155000"/>
              </a:schemeClr>
            </a:solidFill>
            <a:effectLst>
              <a:outerShdw blurRad="41275" dist="20320" dir="1800000" algn="tl" rotWithShape="0">
                <a:srgbClr val="000000">
                  <a:alpha val="40000"/>
                </a:srgbClr>
              </a:outerShdw>
            </a:effectLst>
          </a:endParaRPr>
        </a:p>
      </dsp:txBody>
      <dsp:txXfrm rot="5400000">
        <a:off x="1493042" y="803786"/>
        <a:ext cx="1518707" cy="2456831"/>
      </dsp:txXfrm>
    </dsp:sp>
    <dsp:sp modelId="{B16D0C42-BCDC-40A4-937D-1C853EC98E44}">
      <dsp:nvSpPr>
        <dsp:cNvPr id="0" name=""/>
        <dsp:cNvSpPr/>
      </dsp:nvSpPr>
      <dsp:spPr>
        <a:xfrm rot="5400000">
          <a:off x="2576210" y="1233870"/>
          <a:ext cx="2612745" cy="1596664"/>
        </a:xfrm>
        <a:prstGeom prst="round2SameRect">
          <a:avLst>
            <a:gd name="adj1" fmla="val 16670"/>
            <a:gd name="adj2" fmla="val 0"/>
          </a:avLst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215900" rIns="129540" bIns="21590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400" b="1" kern="1200" cap="none" spc="0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rPr>
            <a:t>Values</a:t>
          </a:r>
          <a:endParaRPr lang="en-GB" sz="3400" b="1" kern="1200" cap="none" spc="0" dirty="0">
            <a:ln w="12700">
              <a:solidFill>
                <a:schemeClr val="tx2">
                  <a:satMod val="155000"/>
                </a:schemeClr>
              </a:solidFill>
              <a:prstDash val="solid"/>
            </a:ln>
            <a:solidFill>
              <a:schemeClr val="bg2">
                <a:tint val="85000"/>
                <a:satMod val="155000"/>
              </a:schemeClr>
            </a:solidFill>
            <a:effectLst>
              <a:outerShdw blurRad="41275" dist="20320" dir="1800000" algn="tl" rotWithShape="0">
                <a:srgbClr val="000000">
                  <a:alpha val="40000"/>
                </a:srgbClr>
              </a:outerShdw>
            </a:effectLst>
          </a:endParaRPr>
        </a:p>
      </dsp:txBody>
      <dsp:txXfrm rot="-5400000">
        <a:off x="3084251" y="803787"/>
        <a:ext cx="1518707" cy="2456831"/>
      </dsp:txXfrm>
    </dsp:sp>
    <dsp:sp modelId="{AA82EC39-6049-416D-A2EA-5B687BD78369}">
      <dsp:nvSpPr>
        <dsp:cNvPr id="0" name=""/>
        <dsp:cNvSpPr/>
      </dsp:nvSpPr>
      <dsp:spPr>
        <a:xfrm>
          <a:off x="2213253" y="0"/>
          <a:ext cx="1669165" cy="1669084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FC949E-FC4C-47BD-A547-0F934B6687C7}">
      <dsp:nvSpPr>
        <dsp:cNvPr id="0" name=""/>
        <dsp:cNvSpPr/>
      </dsp:nvSpPr>
      <dsp:spPr>
        <a:xfrm rot="165948">
          <a:off x="2199533" y="-32701"/>
          <a:ext cx="1669165" cy="1669084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62ED34-AE77-487D-8845-BAF4E8D462B2}">
      <dsp:nvSpPr>
        <dsp:cNvPr id="0" name=""/>
        <dsp:cNvSpPr/>
      </dsp:nvSpPr>
      <dsp:spPr>
        <a:xfrm rot="16200000">
          <a:off x="722588" y="787044"/>
          <a:ext cx="1666581" cy="1018458"/>
        </a:xfrm>
        <a:prstGeom prst="round2SameRect">
          <a:avLst>
            <a:gd name="adj1" fmla="val 16670"/>
            <a:gd name="adj2" fmla="val 0"/>
          </a:avLst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139700" rIns="125730" bIns="13970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200" b="1" kern="1200" cap="none" spc="0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rPr>
            <a:t>Names</a:t>
          </a:r>
          <a:endParaRPr lang="en-GB" sz="2200" b="1" kern="1200" cap="none" spc="0" dirty="0">
            <a:ln w="12700">
              <a:solidFill>
                <a:schemeClr val="tx2">
                  <a:satMod val="155000"/>
                </a:schemeClr>
              </a:solidFill>
              <a:prstDash val="solid"/>
            </a:ln>
            <a:solidFill>
              <a:schemeClr val="bg2">
                <a:tint val="85000"/>
                <a:satMod val="155000"/>
              </a:schemeClr>
            </a:solidFill>
            <a:effectLst>
              <a:outerShdw blurRad="41275" dist="20320" dir="1800000" algn="tl" rotWithShape="0">
                <a:srgbClr val="000000">
                  <a:alpha val="40000"/>
                </a:srgbClr>
              </a:outerShdw>
            </a:effectLst>
          </a:endParaRPr>
        </a:p>
      </dsp:txBody>
      <dsp:txXfrm rot="5400000">
        <a:off x="1096375" y="512709"/>
        <a:ext cx="968732" cy="1567129"/>
      </dsp:txXfrm>
    </dsp:sp>
    <dsp:sp modelId="{B16D0C42-BCDC-40A4-937D-1C853EC98E44}">
      <dsp:nvSpPr>
        <dsp:cNvPr id="0" name=""/>
        <dsp:cNvSpPr/>
      </dsp:nvSpPr>
      <dsp:spPr>
        <a:xfrm rot="5400000">
          <a:off x="1787293" y="787044"/>
          <a:ext cx="1666581" cy="1018458"/>
        </a:xfrm>
        <a:prstGeom prst="round2SameRect">
          <a:avLst>
            <a:gd name="adj1" fmla="val 16670"/>
            <a:gd name="adj2" fmla="val 0"/>
          </a:avLst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39700" rIns="83820" bIns="13970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200" b="1" kern="1200" cap="none" spc="0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rPr>
            <a:t>Values</a:t>
          </a:r>
          <a:endParaRPr lang="en-GB" sz="2200" b="1" kern="1200" cap="none" spc="0" dirty="0">
            <a:ln w="12700">
              <a:solidFill>
                <a:schemeClr val="tx2">
                  <a:satMod val="155000"/>
                </a:schemeClr>
              </a:solidFill>
              <a:prstDash val="solid"/>
            </a:ln>
            <a:solidFill>
              <a:schemeClr val="bg2">
                <a:tint val="85000"/>
                <a:satMod val="155000"/>
              </a:schemeClr>
            </a:solidFill>
            <a:effectLst>
              <a:outerShdw blurRad="41275" dist="20320" dir="1800000" algn="tl" rotWithShape="0">
                <a:srgbClr val="000000">
                  <a:alpha val="40000"/>
                </a:srgbClr>
              </a:outerShdw>
            </a:effectLst>
          </a:endParaRPr>
        </a:p>
      </dsp:txBody>
      <dsp:txXfrm rot="-5400000">
        <a:off x="2111354" y="512709"/>
        <a:ext cx="968732" cy="1567129"/>
      </dsp:txXfrm>
    </dsp:sp>
    <dsp:sp modelId="{AA82EC39-6049-416D-A2EA-5B687BD78369}">
      <dsp:nvSpPr>
        <dsp:cNvPr id="0" name=""/>
        <dsp:cNvSpPr/>
      </dsp:nvSpPr>
      <dsp:spPr>
        <a:xfrm>
          <a:off x="1555775" y="0"/>
          <a:ext cx="1064704" cy="1064652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FC949E-FC4C-47BD-A547-0F934B6687C7}">
      <dsp:nvSpPr>
        <dsp:cNvPr id="0" name=""/>
        <dsp:cNvSpPr/>
      </dsp:nvSpPr>
      <dsp:spPr>
        <a:xfrm rot="165948">
          <a:off x="1547023" y="-20859"/>
          <a:ext cx="1064704" cy="1064652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ReverseList">
  <dgm:title val=""/>
  <dgm:desc val=""/>
  <dgm:catLst>
    <dgm:cat type="relationship" pri="38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clrData>
  <dgm:layoutNode name="Name0">
    <dgm:varLst>
      <dgm:chMax val="2"/>
      <dgm:chPref val="2"/>
      <dgm:animLvl val="lvl"/>
    </dgm:varLst>
    <dgm:choose name="Name1">
      <dgm:if name="Name2" axis="ch" ptType="node" func="cnt" op="lte" val="1">
        <dgm:alg type="composite">
          <dgm:param type="ar" val="0.9993"/>
        </dgm:alg>
      </dgm:if>
      <dgm:else name="Name3">
        <dgm:alg type="composite">
          <dgm:param type="ar" val="0.8036"/>
        </dgm:alg>
      </dgm:else>
    </dgm:choose>
    <dgm:shape xmlns:r="http://schemas.openxmlformats.org/officeDocument/2006/relationships" r:blip="">
      <dgm:adjLst/>
    </dgm:shape>
    <dgm:choose name="Name4">
      <dgm:if name="Name5" axis="ch" ptType="node" func="cnt" op="lte" val="1">
        <dgm:constrLst>
          <dgm:constr type="primFontSz" for="des" ptType="node" op="equ" val="65"/>
          <dgm:constr type="l" for="ch" forName="LeftNode" refType="w" fact="0"/>
          <dgm:constr type="t" for="ch" forName="LeftNode" refType="h" fact="0.25"/>
          <dgm:constr type="w" for="ch" forName="LeftNode" refType="w" fact="0.5"/>
          <dgm:constr type="h" for="ch" forName="LeftNode" refType="h"/>
          <dgm:constr type="l" for="ch" forName="LeftText" refType="w" fact="0"/>
          <dgm:constr type="t" for="ch" forName="LeftText" refType="h" fact="0.25"/>
          <dgm:constr type="w" for="ch" forName="LeftText" refType="w" fact="0.5"/>
          <dgm:constr type="h" for="ch" forName="LeftText" refType="h"/>
        </dgm:constrLst>
      </dgm:if>
      <dgm:else name="Name6">
        <dgm:constrLst>
          <dgm:constr type="primFontSz" for="des" ptType="node" op="equ" val="65"/>
          <dgm:constr type="l" for="ch" forName="LeftNode" refType="w" fact="0"/>
          <dgm:constr type="t" for="ch" forName="LeftNode" refType="h" fact="0.1786"/>
          <dgm:constr type="w" for="ch" forName="LeftNode" refType="w" fact="0.4889"/>
          <dgm:constr type="h" for="ch" forName="LeftNode" refType="h" fact="0.6429"/>
          <dgm:constr type="l" for="ch" forName="LeftText" refType="w" fact="0"/>
          <dgm:constr type="t" for="ch" forName="LeftText" refType="h" fact="0.1786"/>
          <dgm:constr type="w" for="ch" forName="LeftText" refType="w" fact="0.4889"/>
          <dgm:constr type="h" for="ch" forName="LeftText" refType="h" fact="0.6429"/>
          <dgm:constr type="l" for="ch" forName="RightNode" refType="w" fact="0.5111"/>
          <dgm:constr type="t" for="ch" forName="RightNode" refType="h" fact="0.1786"/>
          <dgm:constr type="w" for="ch" forName="RightNode" refType="w" fact="0.4889"/>
          <dgm:constr type="h" for="ch" forName="RightNode" refType="h" fact="0.6429"/>
          <dgm:constr type="l" for="ch" forName="RightText" refType="w" fact="0.5111"/>
          <dgm:constr type="t" for="ch" forName="RightText" refType="h" fact="0.1786"/>
          <dgm:constr type="w" for="ch" forName="RightText" refType="w" fact="0.4889"/>
          <dgm:constr type="h" for="ch" forName="RightText" refType="h" fact="0.6429"/>
          <dgm:constr type="l" for="ch" forName="TopArrow" refType="w" fact="0.2444"/>
          <dgm:constr type="t" for="ch" forName="TopArrow" refType="h" fact="0"/>
          <dgm:constr type="w" for="ch" forName="TopArrow" refType="w" fact="0.5111"/>
          <dgm:constr type="h" for="ch" forName="TopArrow" refType="h" fact="0.4107"/>
          <dgm:constr type="l" for="ch" forName="BottomArrow" refType="w" fact="0.2444"/>
          <dgm:constr type="t" for="ch" forName="BottomArrow" refType="h" fact="0.5893"/>
          <dgm:constr type="w" for="ch" forName="BottomArrow" refType="w" fact="0.5111"/>
          <dgm:constr type="h" for="ch" forName="BottomArrow" refType="h" fact="0.4107"/>
        </dgm:constrLst>
      </dgm:else>
    </dgm:choose>
    <dgm:choose name="Name7">
      <dgm:if name="Name8" axis="ch" ptType="node" func="cnt" op="gte" val="1">
        <dgm:layoutNode name="LeftText" styleLbl="revTx" moveWith="LeftNode">
          <dgm:varLst>
            <dgm:bulletEnabled val="1"/>
          </dgm:varLst>
          <dgm:alg type="tx">
            <dgm:param type="txAnchorVert" val="t"/>
            <dgm:param type="parTxLTRAlign" val="l"/>
          </dgm:alg>
          <dgm:choose name="Name9">
            <dgm:if name="Name10" axis="ch" ptType="node" func="cnt" op="lte" val="1">
              <dgm:shape xmlns:r="http://schemas.openxmlformats.org/officeDocument/2006/relationships" type="round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5"/>
                <dgm:constr type="bMarg" refType="primFontSz" fact="0.5"/>
              </dgm:constrLst>
            </dgm:if>
            <dgm:else name="Name11">
              <dgm:shape xmlns:r="http://schemas.openxmlformats.org/officeDocument/2006/relationships" rot="27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45"/>
                <dgm:constr type="tMarg" refType="primFontSz" fact="0.5"/>
                <dgm:constr type="bMarg" refType="primFontSz" fact="0.5"/>
              </dgm:constrLst>
            </dgm:else>
          </dgm:choose>
          <dgm:ruleLst>
            <dgm:rule type="primFontSz" val="5" fact="NaN" max="NaN"/>
          </dgm:ruleLst>
        </dgm:layoutNode>
        <dgm:layoutNode name="LeftNode" styleLbl="bgImgPlace1">
          <dgm:varLst>
            <dgm:chMax val="2"/>
            <dgm:chPref val="2"/>
          </dgm:varLst>
          <dgm:alg type="sp"/>
          <dgm:choose name="Name12">
            <dgm:if name="Name13" axis="ch" ptType="node" func="cnt" op="lte" val="1">
              <dgm:shape xmlns:r="http://schemas.openxmlformats.org/officeDocument/2006/relationships" type="roundRect" r:blip="">
                <dgm:adjLst>
                  <dgm:adj idx="1" val="0.1667"/>
                  <dgm:adj idx="2" val="0"/>
                </dgm:adjLst>
              </dgm:shape>
            </dgm:if>
            <dgm:else name="Name14">
              <dgm:shape xmlns:r="http://schemas.openxmlformats.org/officeDocument/2006/relationships" rot="270" type="round2SameRect" r:blip="">
                <dgm:adjLst>
                  <dgm:adj idx="1" val="0.1667"/>
                  <dgm:adj idx="2" val="0"/>
                </dgm:adjLst>
              </dgm:shape>
            </dgm:else>
          </dgm:choose>
          <dgm:presOf axis="ch desOrSelf" ptType="node node" st="1 1" cnt="1 0"/>
        </dgm:layoutNode>
        <dgm:choose name="Name15">
          <dgm:if name="Name16" axis="ch" ptType="node" func="cnt" op="gte" val="2">
            <dgm:layoutNode name="RightText" styleLbl="revTx" moveWith="RightNode">
              <dgm:varLst>
                <dgm:bulletEnabled val="1"/>
              </dgm:varLst>
              <dgm:alg type="tx">
                <dgm:param type="txAnchorVert" val="t"/>
                <dgm:param type="parTxLTRAlign" val="l"/>
              </dgm:alg>
              <dgm:shape xmlns:r="http://schemas.openxmlformats.org/officeDocument/2006/relationships" rot="9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  <dgm:constrLst>
                <dgm:constr type="lMarg" refType="primFontSz" fact="0.45"/>
                <dgm:constr type="rMarg" refType="primFontSz" fact="0.3"/>
                <dgm:constr type="tMarg" refType="primFontSz" fact="0.5"/>
                <dgm:constr type="bMarg" refType="primFontSz" fact="0.5"/>
              </dgm:constrLst>
              <dgm:ruleLst>
                <dgm:rule type="primFontSz" val="5" fact="NaN" max="NaN"/>
              </dgm:ruleLst>
            </dgm:layoutNode>
            <dgm:layoutNode name="RightNode" styleLbl="bgImgPlace1">
              <dgm:varLst>
                <dgm:chMax val="0"/>
                <dgm:chPref val="0"/>
              </dgm:varLst>
              <dgm:alg type="sp"/>
              <dgm:shape xmlns:r="http://schemas.openxmlformats.org/officeDocument/2006/relationships" rot="90" type="round2SameRect" r:blip="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</dgm:layoutNode>
            <dgm:layoutNode name="TopArrow">
              <dgm:alg type="sp"/>
              <dgm:shape xmlns:r="http://schemas.openxmlformats.org/officeDocument/2006/relationships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  <dgm:layoutNode name="BottomArrow">
              <dgm:alg type="sp"/>
              <dgm:shape xmlns:r="http://schemas.openxmlformats.org/officeDocument/2006/relationships" rot="180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</dgm:if>
          <dgm:else name="Name17"/>
        </dgm:choose>
      </dgm:if>
      <dgm:else name="Name1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ReverseList">
  <dgm:title val=""/>
  <dgm:desc val=""/>
  <dgm:catLst>
    <dgm:cat type="relationship" pri="38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clrData>
  <dgm:layoutNode name="Name0">
    <dgm:varLst>
      <dgm:chMax val="2"/>
      <dgm:chPref val="2"/>
      <dgm:animLvl val="lvl"/>
    </dgm:varLst>
    <dgm:choose name="Name1">
      <dgm:if name="Name2" axis="ch" ptType="node" func="cnt" op="lte" val="1">
        <dgm:alg type="composite">
          <dgm:param type="ar" val="0.9993"/>
        </dgm:alg>
      </dgm:if>
      <dgm:else name="Name3">
        <dgm:alg type="composite">
          <dgm:param type="ar" val="0.8036"/>
        </dgm:alg>
      </dgm:else>
    </dgm:choose>
    <dgm:shape xmlns:r="http://schemas.openxmlformats.org/officeDocument/2006/relationships" r:blip="">
      <dgm:adjLst/>
    </dgm:shape>
    <dgm:choose name="Name4">
      <dgm:if name="Name5" axis="ch" ptType="node" func="cnt" op="lte" val="1">
        <dgm:constrLst>
          <dgm:constr type="primFontSz" for="des" ptType="node" op="equ" val="65"/>
          <dgm:constr type="l" for="ch" forName="LeftNode" refType="w" fact="0"/>
          <dgm:constr type="t" for="ch" forName="LeftNode" refType="h" fact="0.25"/>
          <dgm:constr type="w" for="ch" forName="LeftNode" refType="w" fact="0.5"/>
          <dgm:constr type="h" for="ch" forName="LeftNode" refType="h"/>
          <dgm:constr type="l" for="ch" forName="LeftText" refType="w" fact="0"/>
          <dgm:constr type="t" for="ch" forName="LeftText" refType="h" fact="0.25"/>
          <dgm:constr type="w" for="ch" forName="LeftText" refType="w" fact="0.5"/>
          <dgm:constr type="h" for="ch" forName="LeftText" refType="h"/>
        </dgm:constrLst>
      </dgm:if>
      <dgm:else name="Name6">
        <dgm:constrLst>
          <dgm:constr type="primFontSz" for="des" ptType="node" op="equ" val="65"/>
          <dgm:constr type="l" for="ch" forName="LeftNode" refType="w" fact="0"/>
          <dgm:constr type="t" for="ch" forName="LeftNode" refType="h" fact="0.1786"/>
          <dgm:constr type="w" for="ch" forName="LeftNode" refType="w" fact="0.4889"/>
          <dgm:constr type="h" for="ch" forName="LeftNode" refType="h" fact="0.6429"/>
          <dgm:constr type="l" for="ch" forName="LeftText" refType="w" fact="0"/>
          <dgm:constr type="t" for="ch" forName="LeftText" refType="h" fact="0.1786"/>
          <dgm:constr type="w" for="ch" forName="LeftText" refType="w" fact="0.4889"/>
          <dgm:constr type="h" for="ch" forName="LeftText" refType="h" fact="0.6429"/>
          <dgm:constr type="l" for="ch" forName="RightNode" refType="w" fact="0.5111"/>
          <dgm:constr type="t" for="ch" forName="RightNode" refType="h" fact="0.1786"/>
          <dgm:constr type="w" for="ch" forName="RightNode" refType="w" fact="0.4889"/>
          <dgm:constr type="h" for="ch" forName="RightNode" refType="h" fact="0.6429"/>
          <dgm:constr type="l" for="ch" forName="RightText" refType="w" fact="0.5111"/>
          <dgm:constr type="t" for="ch" forName="RightText" refType="h" fact="0.1786"/>
          <dgm:constr type="w" for="ch" forName="RightText" refType="w" fact="0.4889"/>
          <dgm:constr type="h" for="ch" forName="RightText" refType="h" fact="0.6429"/>
          <dgm:constr type="l" for="ch" forName="TopArrow" refType="w" fact="0.2444"/>
          <dgm:constr type="t" for="ch" forName="TopArrow" refType="h" fact="0"/>
          <dgm:constr type="w" for="ch" forName="TopArrow" refType="w" fact="0.5111"/>
          <dgm:constr type="h" for="ch" forName="TopArrow" refType="h" fact="0.4107"/>
          <dgm:constr type="l" for="ch" forName="BottomArrow" refType="w" fact="0.2444"/>
          <dgm:constr type="t" for="ch" forName="BottomArrow" refType="h" fact="0.5893"/>
          <dgm:constr type="w" for="ch" forName="BottomArrow" refType="w" fact="0.5111"/>
          <dgm:constr type="h" for="ch" forName="BottomArrow" refType="h" fact="0.4107"/>
        </dgm:constrLst>
      </dgm:else>
    </dgm:choose>
    <dgm:choose name="Name7">
      <dgm:if name="Name8" axis="ch" ptType="node" func="cnt" op="gte" val="1">
        <dgm:layoutNode name="LeftText" styleLbl="revTx" moveWith="LeftNode">
          <dgm:varLst>
            <dgm:bulletEnabled val="1"/>
          </dgm:varLst>
          <dgm:alg type="tx">
            <dgm:param type="txAnchorVert" val="t"/>
            <dgm:param type="parTxLTRAlign" val="l"/>
          </dgm:alg>
          <dgm:choose name="Name9">
            <dgm:if name="Name10" axis="ch" ptType="node" func="cnt" op="lte" val="1">
              <dgm:shape xmlns:r="http://schemas.openxmlformats.org/officeDocument/2006/relationships" type="round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5"/>
                <dgm:constr type="bMarg" refType="primFontSz" fact="0.5"/>
              </dgm:constrLst>
            </dgm:if>
            <dgm:else name="Name11">
              <dgm:shape xmlns:r="http://schemas.openxmlformats.org/officeDocument/2006/relationships" rot="27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45"/>
                <dgm:constr type="tMarg" refType="primFontSz" fact="0.5"/>
                <dgm:constr type="bMarg" refType="primFontSz" fact="0.5"/>
              </dgm:constrLst>
            </dgm:else>
          </dgm:choose>
          <dgm:ruleLst>
            <dgm:rule type="primFontSz" val="5" fact="NaN" max="NaN"/>
          </dgm:ruleLst>
        </dgm:layoutNode>
        <dgm:layoutNode name="LeftNode" styleLbl="bgImgPlace1">
          <dgm:varLst>
            <dgm:chMax val="2"/>
            <dgm:chPref val="2"/>
          </dgm:varLst>
          <dgm:alg type="sp"/>
          <dgm:choose name="Name12">
            <dgm:if name="Name13" axis="ch" ptType="node" func="cnt" op="lte" val="1">
              <dgm:shape xmlns:r="http://schemas.openxmlformats.org/officeDocument/2006/relationships" type="roundRect" r:blip="">
                <dgm:adjLst>
                  <dgm:adj idx="1" val="0.1667"/>
                  <dgm:adj idx="2" val="0"/>
                </dgm:adjLst>
              </dgm:shape>
            </dgm:if>
            <dgm:else name="Name14">
              <dgm:shape xmlns:r="http://schemas.openxmlformats.org/officeDocument/2006/relationships" rot="270" type="round2SameRect" r:blip="">
                <dgm:adjLst>
                  <dgm:adj idx="1" val="0.1667"/>
                  <dgm:adj idx="2" val="0"/>
                </dgm:adjLst>
              </dgm:shape>
            </dgm:else>
          </dgm:choose>
          <dgm:presOf axis="ch desOrSelf" ptType="node node" st="1 1" cnt="1 0"/>
        </dgm:layoutNode>
        <dgm:choose name="Name15">
          <dgm:if name="Name16" axis="ch" ptType="node" func="cnt" op="gte" val="2">
            <dgm:layoutNode name="RightText" styleLbl="revTx" moveWith="RightNode">
              <dgm:varLst>
                <dgm:bulletEnabled val="1"/>
              </dgm:varLst>
              <dgm:alg type="tx">
                <dgm:param type="txAnchorVert" val="t"/>
                <dgm:param type="parTxLTRAlign" val="l"/>
              </dgm:alg>
              <dgm:shape xmlns:r="http://schemas.openxmlformats.org/officeDocument/2006/relationships" rot="9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  <dgm:constrLst>
                <dgm:constr type="lMarg" refType="primFontSz" fact="0.45"/>
                <dgm:constr type="rMarg" refType="primFontSz" fact="0.3"/>
                <dgm:constr type="tMarg" refType="primFontSz" fact="0.5"/>
                <dgm:constr type="bMarg" refType="primFontSz" fact="0.5"/>
              </dgm:constrLst>
              <dgm:ruleLst>
                <dgm:rule type="primFontSz" val="5" fact="NaN" max="NaN"/>
              </dgm:ruleLst>
            </dgm:layoutNode>
            <dgm:layoutNode name="RightNode" styleLbl="bgImgPlace1">
              <dgm:varLst>
                <dgm:chMax val="0"/>
                <dgm:chPref val="0"/>
              </dgm:varLst>
              <dgm:alg type="sp"/>
              <dgm:shape xmlns:r="http://schemas.openxmlformats.org/officeDocument/2006/relationships" rot="90" type="round2SameRect" r:blip="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</dgm:layoutNode>
            <dgm:layoutNode name="TopArrow">
              <dgm:alg type="sp"/>
              <dgm:shape xmlns:r="http://schemas.openxmlformats.org/officeDocument/2006/relationships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  <dgm:layoutNode name="BottomArrow">
              <dgm:alg type="sp"/>
              <dgm:shape xmlns:r="http://schemas.openxmlformats.org/officeDocument/2006/relationships" rot="180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</dgm:if>
          <dgm:else name="Name17"/>
        </dgm:choose>
      </dgm:if>
      <dgm:else name="Name1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850E-62F6-47E4-A315-C8B4A8DE6FAE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5B23-BAF6-4F4D-B518-8922C1518679}" type="slidenum">
              <a:rPr lang="en-GB" smtClean="0"/>
              <a:t>‹#›</a:t>
            </a:fld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850E-62F6-47E4-A315-C8B4A8DE6FAE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5B23-BAF6-4F4D-B518-8922C1518679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850E-62F6-47E4-A315-C8B4A8DE6FAE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5B23-BAF6-4F4D-B518-8922C151867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850E-62F6-47E4-A315-C8B4A8DE6FAE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5B23-BAF6-4F4D-B518-8922C151867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850E-62F6-47E4-A315-C8B4A8DE6FAE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5B23-BAF6-4F4D-B518-8922C151867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850E-62F6-47E4-A315-C8B4A8DE6FAE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5B23-BAF6-4F4D-B518-8922C151867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850E-62F6-47E4-A315-C8B4A8DE6FAE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5B23-BAF6-4F4D-B518-8922C151867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850E-62F6-47E4-A315-C8B4A8DE6FAE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5B23-BAF6-4F4D-B518-8922C151867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850E-62F6-47E4-A315-C8B4A8DE6FAE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5B23-BAF6-4F4D-B518-8922C151867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850E-62F6-47E4-A315-C8B4A8DE6FAE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5B23-BAF6-4F4D-B518-8922C151867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850E-62F6-47E4-A315-C8B4A8DE6FAE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5B23-BAF6-4F4D-B518-8922C151867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5304850E-62F6-47E4-A315-C8B4A8DE6FAE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C44B5B23-BAF6-4F4D-B518-8922C1518679}" type="slidenum">
              <a:rPr lang="en-GB" smtClean="0"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Image result for stranger thing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412776"/>
            <a:ext cx="69342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300" y="4598504"/>
            <a:ext cx="6400800" cy="1248544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GB" sz="3600" dirty="0" smtClean="0"/>
              <a:t>(Non-Standard Evaluation)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103266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276872"/>
            <a:ext cx="8229600" cy="1143000"/>
          </a:xfrm>
        </p:spPr>
        <p:txBody>
          <a:bodyPr/>
          <a:lstStyle/>
          <a:p>
            <a:pPr algn="ctr"/>
            <a:r>
              <a:rPr lang="en-GB" dirty="0" smtClean="0"/>
              <a:t>What do we mean by Evaluation?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790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276872"/>
            <a:ext cx="8229600" cy="1143000"/>
          </a:xfrm>
        </p:spPr>
        <p:txBody>
          <a:bodyPr/>
          <a:lstStyle/>
          <a:p>
            <a:pPr algn="ctr"/>
            <a:r>
              <a:rPr lang="en-GB" dirty="0" smtClean="0"/>
              <a:t>Motivating examples ….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3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/>
          <a:lstStyle/>
          <a:p>
            <a:pPr algn="ctr"/>
            <a:r>
              <a:rPr lang="en-GB" dirty="0" smtClean="0"/>
              <a:t>Standard evaluation</a:t>
            </a:r>
            <a:endParaRPr lang="en-GB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593702012"/>
              </p:ext>
            </p:extLst>
          </p:nvPr>
        </p:nvGraphicFramePr>
        <p:xfrm>
          <a:off x="1619672" y="177281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0897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/>
          <a:lstStyle/>
          <a:p>
            <a:pPr algn="ctr"/>
            <a:r>
              <a:rPr lang="en-GB" dirty="0" smtClean="0"/>
              <a:t>Standard evaluation</a:t>
            </a:r>
            <a:br>
              <a:rPr lang="en-GB" dirty="0" smtClean="0"/>
            </a:br>
            <a:r>
              <a:rPr lang="en-GB" dirty="0" smtClean="0"/>
              <a:t>bindings</a:t>
            </a:r>
            <a:endParaRPr lang="en-GB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729185583"/>
              </p:ext>
            </p:extLst>
          </p:nvPr>
        </p:nvGraphicFramePr>
        <p:xfrm>
          <a:off x="539552" y="2204864"/>
          <a:ext cx="4176464" cy="2592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4139952" y="2420888"/>
            <a:ext cx="4283968" cy="187220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dirty="0" smtClean="0"/>
              <a:t>where does r look to find the appropriate bindings?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3271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/>
          <a:lstStyle/>
          <a:p>
            <a:pPr algn="ctr"/>
            <a:r>
              <a:rPr lang="en-GB" dirty="0" smtClean="0"/>
              <a:t>Standard evaluation</a:t>
            </a:r>
            <a:br>
              <a:rPr lang="en-GB" dirty="0" smtClean="0"/>
            </a:br>
            <a:r>
              <a:rPr lang="en-GB" dirty="0" smtClean="0"/>
              <a:t>environments</a:t>
            </a:r>
            <a:endParaRPr lang="en-GB" dirty="0"/>
          </a:p>
        </p:txBody>
      </p:sp>
      <p:pic>
        <p:nvPicPr>
          <p:cNvPr id="2050" name="Picture 2" descr="http://adv-r.had.co.nz/diagrams/environments.png/binding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357" y="2276872"/>
            <a:ext cx="3509851" cy="219112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1905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44824"/>
            <a:ext cx="8229600" cy="3312368"/>
          </a:xfrm>
        </p:spPr>
        <p:txBody>
          <a:bodyPr/>
          <a:lstStyle/>
          <a:p>
            <a:r>
              <a:rPr lang="en-GB" dirty="0" smtClean="0"/>
              <a:t>Like a list</a:t>
            </a:r>
            <a:br>
              <a:rPr lang="en-GB" dirty="0" smtClean="0"/>
            </a:br>
            <a:r>
              <a:rPr lang="en-GB" dirty="0" smtClean="0"/>
              <a:t>Has a parent</a:t>
            </a:r>
            <a:br>
              <a:rPr lang="en-GB" dirty="0" smtClean="0"/>
            </a:br>
            <a:r>
              <a:rPr lang="en-GB" dirty="0" smtClean="0"/>
              <a:t>names unique</a:t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19944" y="5570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mtClean="0"/>
              <a:t>Standard evaluation</a:t>
            </a:r>
            <a:br>
              <a:rPr lang="en-GB" smtClean="0"/>
            </a:br>
            <a:r>
              <a:rPr lang="en-GB" smtClean="0"/>
              <a:t>environments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2560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19944" y="5570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dirty="0" smtClean="0"/>
              <a:t>Standard evaluation</a:t>
            </a:r>
            <a:br>
              <a:rPr lang="en-GB" dirty="0" smtClean="0"/>
            </a:br>
            <a:r>
              <a:rPr lang="en-GB" dirty="0" smtClean="0"/>
              <a:t>famous environments</a:t>
            </a:r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755576" y="2204864"/>
            <a:ext cx="75608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/>
              <a:t>Global Environment – </a:t>
            </a:r>
            <a:r>
              <a:rPr lang="en-GB" sz="3600" dirty="0" err="1" smtClean="0"/>
              <a:t>globalenv</a:t>
            </a:r>
            <a:r>
              <a:rPr lang="en-GB" sz="3600" dirty="0" smtClean="0"/>
              <a:t>()</a:t>
            </a:r>
          </a:p>
          <a:p>
            <a:r>
              <a:rPr lang="en-GB" sz="3600" dirty="0" smtClean="0"/>
              <a:t>Base Environment – </a:t>
            </a:r>
            <a:r>
              <a:rPr lang="en-GB" sz="3600" dirty="0" err="1" smtClean="0"/>
              <a:t>basenv</a:t>
            </a:r>
            <a:r>
              <a:rPr lang="en-GB" sz="3600" dirty="0" smtClean="0"/>
              <a:t>()</a:t>
            </a:r>
          </a:p>
          <a:p>
            <a:r>
              <a:rPr lang="en-GB" sz="3600" dirty="0" smtClean="0"/>
              <a:t>Empty Environment – </a:t>
            </a:r>
            <a:r>
              <a:rPr lang="en-GB" sz="3600" dirty="0" err="1" smtClean="0"/>
              <a:t>emptyenv</a:t>
            </a:r>
            <a:r>
              <a:rPr lang="en-GB" sz="3600" dirty="0" smtClean="0"/>
              <a:t>()</a:t>
            </a:r>
          </a:p>
          <a:p>
            <a:r>
              <a:rPr lang="en-GB" sz="3600" dirty="0" smtClean="0"/>
              <a:t>Current Environment – environment()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83575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19944" y="5570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dirty="0" smtClean="0"/>
              <a:t>Standard evaluation</a:t>
            </a:r>
            <a:br>
              <a:rPr lang="en-GB" dirty="0" smtClean="0"/>
            </a:br>
            <a:r>
              <a:rPr lang="en-GB" dirty="0" smtClean="0"/>
              <a:t>search path</a:t>
            </a:r>
            <a:endParaRPr lang="en-GB" dirty="0"/>
          </a:p>
        </p:txBody>
      </p:sp>
      <p:pic>
        <p:nvPicPr>
          <p:cNvPr id="3074" name="Picture 2" descr="http://adv-r.had.co.nz/diagrams/environments.png/search-pat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31" y="1988840"/>
            <a:ext cx="7921313" cy="2374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155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19944" y="5570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dirty="0" smtClean="0"/>
              <a:t>Standard evaluation</a:t>
            </a:r>
            <a:br>
              <a:rPr lang="en-GB" dirty="0" smtClean="0"/>
            </a:br>
            <a:r>
              <a:rPr lang="en-GB" dirty="0" smtClean="0"/>
              <a:t>functions and environments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755576" y="2204864"/>
            <a:ext cx="75608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/>
              <a:t>Enclosing</a:t>
            </a:r>
          </a:p>
          <a:p>
            <a:r>
              <a:rPr lang="en-GB" sz="3600" dirty="0" smtClean="0"/>
              <a:t>Binding</a:t>
            </a:r>
          </a:p>
          <a:p>
            <a:r>
              <a:rPr lang="en-GB" sz="3600" dirty="0" smtClean="0"/>
              <a:t>Calling</a:t>
            </a:r>
          </a:p>
          <a:p>
            <a:r>
              <a:rPr lang="en-GB" sz="3600" dirty="0" smtClean="0"/>
              <a:t>Executing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958799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19944" y="5570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dirty="0" smtClean="0"/>
              <a:t>Standard evaluation</a:t>
            </a:r>
            <a:br>
              <a:rPr lang="en-GB" dirty="0" smtClean="0"/>
            </a:br>
            <a:r>
              <a:rPr lang="en-GB" dirty="0" smtClean="0"/>
              <a:t>packages and environments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51520" y="2204864"/>
            <a:ext cx="82809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/>
              <a:t>Enclosing = package namespace environment</a:t>
            </a:r>
          </a:p>
          <a:p>
            <a:r>
              <a:rPr lang="en-GB" sz="3600" dirty="0" smtClean="0"/>
              <a:t>Binding = package environment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73002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19944" y="5570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dirty="0" smtClean="0"/>
              <a:t>Standard evaluation</a:t>
            </a:r>
            <a:br>
              <a:rPr lang="en-GB" dirty="0" smtClean="0"/>
            </a:br>
            <a:r>
              <a:rPr lang="en-GB" dirty="0" smtClean="0"/>
              <a:t>some Examples …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1380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19944" y="5570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dirty="0" smtClean="0"/>
              <a:t>Not so Standard evaluation</a:t>
            </a:r>
            <a:br>
              <a:rPr lang="en-GB" dirty="0" smtClean="0"/>
            </a:br>
            <a:r>
              <a:rPr lang="en-GB" dirty="0" smtClean="0"/>
              <a:t>dynamic scoping </a:t>
            </a:r>
            <a:endParaRPr lang="en-GB" dirty="0"/>
          </a:p>
        </p:txBody>
      </p:sp>
      <p:sp>
        <p:nvSpPr>
          <p:cNvPr id="2" name="AutoShape 2" descr="Image result for stranger thing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AutoShape 4" descr="Image result for stranger thing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6150" name="Picture 6" descr="Image result for stranger thing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564" y="1700064"/>
            <a:ext cx="7636359" cy="3818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22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19944" y="5570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dirty="0" smtClean="0"/>
              <a:t>Non-Standard evaluation</a:t>
            </a:r>
            <a:br>
              <a:rPr lang="en-GB" dirty="0" smtClean="0"/>
            </a:br>
            <a:r>
              <a:rPr lang="en-GB" dirty="0" smtClean="0"/>
              <a:t>promises </a:t>
            </a:r>
            <a:endParaRPr lang="en-GB" dirty="0"/>
          </a:p>
        </p:txBody>
      </p:sp>
      <p:sp>
        <p:nvSpPr>
          <p:cNvPr id="2" name="AutoShape 2" descr="Image result for stranger thing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AutoShape 4" descr="Image result for stranger thing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9218" name="Picture 2" descr="Image result for stranger things promi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51" y="1723581"/>
            <a:ext cx="3595167" cy="3595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499992" y="2204864"/>
            <a:ext cx="41044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/>
              <a:t>EXPRESSION to compute a value</a:t>
            </a:r>
          </a:p>
          <a:p>
            <a:endParaRPr lang="en-GB" sz="3600" dirty="0" smtClean="0"/>
          </a:p>
          <a:p>
            <a:r>
              <a:rPr lang="en-GB" sz="3600" dirty="0" smtClean="0"/>
              <a:t>ENVIRONMENT in which to compute it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425397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19944" y="5570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dirty="0" smtClean="0"/>
              <a:t>Non-Standard evaluation</a:t>
            </a:r>
            <a:br>
              <a:rPr lang="en-GB" dirty="0" smtClean="0"/>
            </a:br>
            <a:r>
              <a:rPr lang="en-GB" dirty="0" err="1" smtClean="0"/>
              <a:t>substitue</a:t>
            </a:r>
            <a:r>
              <a:rPr lang="en-GB" dirty="0" smtClean="0"/>
              <a:t> + </a:t>
            </a:r>
            <a:r>
              <a:rPr lang="en-GB" dirty="0" err="1" smtClean="0"/>
              <a:t>eval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2" name="AutoShape 2" descr="Image result for stranger thing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AutoShape 4" descr="Image result for stranger thing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3851920" y="1851720"/>
            <a:ext cx="46440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/>
              <a:t>substitute()</a:t>
            </a:r>
          </a:p>
          <a:p>
            <a:r>
              <a:rPr lang="en-GB" sz="3600" dirty="0" smtClean="0"/>
              <a:t>Capture expression, sub arguments</a:t>
            </a:r>
          </a:p>
          <a:p>
            <a:endParaRPr lang="en-GB" sz="3600" dirty="0" smtClean="0"/>
          </a:p>
          <a:p>
            <a:r>
              <a:rPr lang="en-GB" sz="3600" dirty="0" err="1" smtClean="0"/>
              <a:t>eval</a:t>
            </a:r>
            <a:r>
              <a:rPr lang="en-GB" sz="3600" dirty="0" smtClean="0"/>
              <a:t>()</a:t>
            </a:r>
          </a:p>
          <a:p>
            <a:r>
              <a:rPr lang="en-GB" sz="3600" dirty="0" smtClean="0"/>
              <a:t>Evaluate an expression,</a:t>
            </a:r>
          </a:p>
          <a:p>
            <a:r>
              <a:rPr lang="en-GB" sz="3600" dirty="0" smtClean="0"/>
              <a:t>Select environment</a:t>
            </a:r>
          </a:p>
          <a:p>
            <a:endParaRPr lang="en-GB" sz="3600" dirty="0"/>
          </a:p>
        </p:txBody>
      </p:sp>
      <p:pic>
        <p:nvPicPr>
          <p:cNvPr id="10242" name="Picture 2" descr="Image result for stranger things underworl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20" t="-5587" r="20879" b="-3591"/>
          <a:stretch/>
        </p:blipFill>
        <p:spPr bwMode="auto">
          <a:xfrm>
            <a:off x="307975" y="1844824"/>
            <a:ext cx="3072535" cy="390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506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19944" y="5570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dirty="0" smtClean="0"/>
              <a:t>Non-Standard evaluation</a:t>
            </a:r>
            <a:br>
              <a:rPr lang="en-GB" dirty="0" smtClean="0"/>
            </a:br>
            <a:r>
              <a:rPr lang="en-GB" dirty="0" smtClean="0"/>
              <a:t>promises </a:t>
            </a:r>
            <a:endParaRPr lang="en-GB" dirty="0"/>
          </a:p>
        </p:txBody>
      </p:sp>
      <p:sp>
        <p:nvSpPr>
          <p:cNvPr id="2" name="AutoShape 2" descr="Image result for stranger thing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AutoShape 4" descr="Image result for stranger thing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9218" name="Picture 2" descr="Image result for stranger things promis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2420888"/>
            <a:ext cx="1787509" cy="1787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682516" y="2478297"/>
            <a:ext cx="2825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/>
              <a:t>EXPRESSION</a:t>
            </a:r>
            <a:endParaRPr lang="en-GB" sz="3600" dirty="0"/>
          </a:p>
        </p:txBody>
      </p:sp>
      <p:sp>
        <p:nvSpPr>
          <p:cNvPr id="8" name="TextBox 7"/>
          <p:cNvSpPr txBox="1"/>
          <p:nvPr/>
        </p:nvSpPr>
        <p:spPr>
          <a:xfrm>
            <a:off x="2699792" y="3335852"/>
            <a:ext cx="3168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/>
              <a:t>ENVIRONMENT</a:t>
            </a:r>
            <a:endParaRPr lang="en-GB" sz="3600" dirty="0"/>
          </a:p>
        </p:txBody>
      </p:sp>
      <p:sp>
        <p:nvSpPr>
          <p:cNvPr id="9" name="TextBox 8"/>
          <p:cNvSpPr txBox="1"/>
          <p:nvPr/>
        </p:nvSpPr>
        <p:spPr>
          <a:xfrm>
            <a:off x="5868144" y="2492896"/>
            <a:ext cx="2825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/>
              <a:t>SUBSTITUTE</a:t>
            </a:r>
            <a:endParaRPr lang="en-GB" sz="3600" dirty="0"/>
          </a:p>
        </p:txBody>
      </p:sp>
      <p:sp>
        <p:nvSpPr>
          <p:cNvPr id="10" name="TextBox 9"/>
          <p:cNvSpPr txBox="1"/>
          <p:nvPr/>
        </p:nvSpPr>
        <p:spPr>
          <a:xfrm>
            <a:off x="6210908" y="3335851"/>
            <a:ext cx="2825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/>
              <a:t>EVAL</a:t>
            </a:r>
            <a:endParaRPr lang="en-GB" sz="3600" dirty="0"/>
          </a:p>
        </p:txBody>
      </p:sp>
      <p:sp>
        <p:nvSpPr>
          <p:cNvPr id="5" name="Striped Right Arrow 4"/>
          <p:cNvSpPr/>
          <p:nvPr/>
        </p:nvSpPr>
        <p:spPr>
          <a:xfrm>
            <a:off x="5310318" y="2549434"/>
            <a:ext cx="578995" cy="504056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Striped Right Arrow 12"/>
          <p:cNvSpPr/>
          <p:nvPr/>
        </p:nvSpPr>
        <p:spPr>
          <a:xfrm>
            <a:off x="5649189" y="3406989"/>
            <a:ext cx="578995" cy="504056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61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19944" y="5570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dirty="0" smtClean="0"/>
              <a:t>Non-Standard evaluation</a:t>
            </a:r>
            <a:br>
              <a:rPr lang="en-GB" dirty="0" smtClean="0"/>
            </a:br>
            <a:r>
              <a:rPr lang="en-GB" dirty="0" smtClean="0"/>
              <a:t>substitute – does a bit more</a:t>
            </a:r>
            <a:endParaRPr lang="en-GB" dirty="0"/>
          </a:p>
        </p:txBody>
      </p:sp>
      <p:sp>
        <p:nvSpPr>
          <p:cNvPr id="2" name="AutoShape 2" descr="Image result for stranger thing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AutoShape 4" descr="Image result for stranger thing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612775" y="1700064"/>
            <a:ext cx="75608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/>
              <a:t>Examines names in expression and: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 dirty="0" smtClean="0"/>
              <a:t>If variable – replace value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 dirty="0" smtClean="0"/>
              <a:t>If promise – expression associated with promise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 dirty="0" smtClean="0"/>
              <a:t>… - use contents of …</a:t>
            </a:r>
          </a:p>
          <a:p>
            <a:r>
              <a:rPr lang="en-GB" sz="3600" dirty="0" smtClean="0"/>
              <a:t>Behaves differently in functions and </a:t>
            </a:r>
            <a:r>
              <a:rPr lang="en-GB" sz="3600" dirty="0" err="1" smtClean="0"/>
              <a:t>globalenv</a:t>
            </a:r>
            <a:r>
              <a:rPr lang="en-GB" sz="3600" dirty="0" smtClean="0"/>
              <a:t>()</a:t>
            </a:r>
            <a:endParaRPr lang="en-GB" sz="3600" dirty="0" smtClean="0"/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600676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19944" y="5570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dirty="0" smtClean="0"/>
              <a:t>Non-Standard evaluation</a:t>
            </a:r>
            <a:br>
              <a:rPr lang="en-GB" dirty="0" smtClean="0"/>
            </a:br>
            <a:r>
              <a:rPr lang="en-GB" dirty="0" err="1" smtClean="0"/>
              <a:t>Eval</a:t>
            </a:r>
            <a:r>
              <a:rPr lang="en-GB" dirty="0" smtClean="0"/>
              <a:t> – does a bit more</a:t>
            </a:r>
            <a:endParaRPr lang="en-GB" dirty="0"/>
          </a:p>
        </p:txBody>
      </p:sp>
      <p:sp>
        <p:nvSpPr>
          <p:cNvPr id="2" name="AutoShape 2" descr="Image result for stranger thing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AutoShape 4" descr="Image result for stranger thing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755576" y="2204864"/>
            <a:ext cx="75608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/>
              <a:t>Environments like lists</a:t>
            </a:r>
          </a:p>
          <a:p>
            <a:r>
              <a:rPr lang="en-GB" sz="3600" dirty="0" smtClean="0"/>
              <a:t>So can use list like objects as environments in </a:t>
            </a:r>
            <a:r>
              <a:rPr lang="en-GB" sz="3600" dirty="0" err="1" smtClean="0"/>
              <a:t>eval</a:t>
            </a:r>
            <a:r>
              <a:rPr lang="en-GB" sz="3600" dirty="0" smtClean="0"/>
              <a:t>()</a:t>
            </a:r>
          </a:p>
          <a:p>
            <a:r>
              <a:rPr lang="en-GB" sz="3600" dirty="0" smtClean="0"/>
              <a:t>(</a:t>
            </a:r>
            <a:r>
              <a:rPr lang="en-GB" sz="3600" dirty="0" err="1" smtClean="0"/>
              <a:t>i.e</a:t>
            </a:r>
            <a:r>
              <a:rPr lang="en-GB" sz="3600" dirty="0" smtClean="0"/>
              <a:t> </a:t>
            </a:r>
            <a:r>
              <a:rPr lang="en-GB" sz="3600" dirty="0" err="1" smtClean="0"/>
              <a:t>data.frame</a:t>
            </a:r>
            <a:r>
              <a:rPr lang="en-GB" sz="3600" dirty="0" smtClean="0"/>
              <a:t>, list)</a:t>
            </a:r>
            <a:endParaRPr lang="en-GB" sz="3600" dirty="0" smtClean="0"/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212718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19944" y="5570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dirty="0" smtClean="0"/>
              <a:t>Non-Standard evaluation</a:t>
            </a:r>
            <a:br>
              <a:rPr lang="en-GB" dirty="0" smtClean="0"/>
            </a:br>
            <a:r>
              <a:rPr lang="en-GB" dirty="0" smtClean="0"/>
              <a:t>some examples …</a:t>
            </a:r>
            <a:endParaRPr lang="en-GB" dirty="0"/>
          </a:p>
        </p:txBody>
      </p:sp>
      <p:sp>
        <p:nvSpPr>
          <p:cNvPr id="2" name="AutoShape 2" descr="Image result for stranger thing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AutoShape 4" descr="Image result for stranger thing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296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19944" y="5570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dirty="0" smtClean="0"/>
              <a:t>Non-Standard evaluation</a:t>
            </a:r>
            <a:br>
              <a:rPr lang="en-GB" dirty="0" smtClean="0"/>
            </a:br>
            <a:r>
              <a:rPr lang="en-GB" dirty="0" smtClean="0"/>
              <a:t>good or bad</a:t>
            </a:r>
            <a:endParaRPr lang="en-GB" dirty="0"/>
          </a:p>
        </p:txBody>
      </p:sp>
      <p:sp>
        <p:nvSpPr>
          <p:cNvPr id="2" name="AutoShape 2" descr="Image result for stranger thing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AutoShape 4" descr="Image result for stranger thing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28" name="Picture 4" descr="Image result for stranger things monste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700064"/>
            <a:ext cx="2787340" cy="3946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stranger things monste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50" r="27102"/>
          <a:stretch/>
        </p:blipFill>
        <p:spPr bwMode="auto">
          <a:xfrm>
            <a:off x="899592" y="1700064"/>
            <a:ext cx="4104456" cy="3950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5520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104</TotalTime>
  <Words>181</Words>
  <Application>Microsoft Office PowerPoint</Application>
  <PresentationFormat>On-screen Show (4:3)</PresentationFormat>
  <Paragraphs>57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Horizon</vt:lpstr>
      <vt:lpstr>PowerPoint Presentation</vt:lpstr>
      <vt:lpstr>What do we mean by Evaluation?</vt:lpstr>
      <vt:lpstr>Motivating examples ….</vt:lpstr>
      <vt:lpstr>Standard evaluation</vt:lpstr>
      <vt:lpstr>Standard evaluation bindings</vt:lpstr>
      <vt:lpstr>Standard evaluation environments</vt:lpstr>
      <vt:lpstr>Like a list Has a parent names unique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Virgin Media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Hopkinson, Christopher</dc:creator>
  <cp:lastModifiedBy>Hopkinson, Christopher</cp:lastModifiedBy>
  <cp:revision>18</cp:revision>
  <dcterms:created xsi:type="dcterms:W3CDTF">2017-02-07T14:54:38Z</dcterms:created>
  <dcterms:modified xsi:type="dcterms:W3CDTF">2017-02-07T17:17:26Z</dcterms:modified>
</cp:coreProperties>
</file>